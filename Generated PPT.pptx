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82828"/>
                </a:solidFill>
                <a:latin typeface="Times New Roman"/>
              </a:defRPr>
            </a:pPr>
            <a:r>
              <a:t>DATA SCIENCE WITH Gen AI and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Introduction to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What is Data Science? 📊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An interdisciplinary field that extracts knowledge and insights from structured and unstructured data.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Combines elements of statistics, computer science, and domain expertise to solve complex problems.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Core Components &amp; Workflow: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Data Collection &amp; Preprocessing: Gathering, cleaning, and transforming raw data into a usable format.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Exploratory Data Analysis (EDA): Visualizing data to discover patterns, anomalies, and test hypotheses.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Model Building: Developing statistical models and machine learning algorithms to make predictions or classifications.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Evaluation &amp; Deployment: Assessing model performance and integrating successful models into real-world applications.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Importance in Modern Business: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Drives data-driven decision-making, leading to improved strategies and competitive advantage.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Enables personalized customer experiences, optimized operations, and innovative product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Introduction to Generative AI (Gen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Defining Generative AI ✨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class of artificial intelligence algorithms capable of generating new, original content.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Learns patterns and structures from existing data to produce realistic and novel outputs.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Key Underlying Models: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Generative Adversarial Networks (GANs): Two neural networks (generator and discriminator) compete to create realistic data.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Variational Autoencoders (VAEs): Encode data into a latent space and decode to generate new samples.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Transformer Models (e.g., GPT): Utilize attention mechanisms for sequence-to-sequence tasks, excelling in text generation.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Applications &amp; Impact: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Content Creation: Generating text, images, music, and videos.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Data Augmentation: Creating synthetic data to expand datasets for model training.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Drug Discovery: Designing novel molecular structures with desired properties.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Accelerating innovation across various industries by automating creative and data-intensive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How Gen AI Enhances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Synthetic Data Generation 🧪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Creates artificial datasets that mimic real-world data characteristics without privacy concerns.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Ideal for sensitive data, rare events, or expanding small datasets to improve model robustness.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Advanced Data Augmentation: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Generates diverse variations of existing data (e.g., images, text) to make models more generalizable.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Reduces overfitting and enhances model performance, especially in scenarios with limited training data.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Feature Engineering &amp; Selection 💡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Assists in automatically discovering and generating new, impactful features from raw data.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Simplifies complex feature spaces, potentially leading to more accurate and interpretable models.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Automated Insights &amp; Explanations 🔍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Generates natural language summaries of data patterns, anomalies, and model outputs.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Enhances model interpretability and accelerates the communication of complex data insights to stakeholders.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Creative Model Design: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Potentially aids in designing novel neural network architectures or optimizing existing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Introduction to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What are Agentic AI Systems? 🤖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AI systems designed to operate autonomously, pursuing goals and interacting with their environment.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Characterized by their ability to reason, plan, reflect, and utilize tools to achieve objectives.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Key Characteristics: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Autonomy: Ability to make independent decisions and take actions without constant human intervention.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Goal-Oriented: Possess clear objectives and work systematically to achieve them.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Tool-Use: Can interact with external APIs, databases, or software to perform specific tasks.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Memory: Incorporate both short-term (contextual) and long-term (knowledge base) memory for persistent learning.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Self-Reflection &amp; Improvement: Capable of evaluating their own performance and adjusting strategies.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Evolution from Traditional AI: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Moves beyond single-task execution to multi-step problem-solving and dynamic adaptation.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Enables more complex and human-like interaction with digital and physical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Architecture of Agentic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Core Components 🧠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Large Language Model (LLM) as the Brain: Serves as the central reasoning engine, interpreting inputs and generating actions.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Acts as the planner, executor, and self-reflector for the agent.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Memory Modules: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Short-Term Memory (Context Buffer): Stores immediate interactions, observations, and prompts within a single task or conversation.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Long-Term Memory (Vector Database/Knowledge Base): Persistently stores learned information, past experiences, and domain knowledge.</a:t>
            </a:r>
          </a:p>
          <a:p>
            <a:pPr lvl="2" algn="just"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Allows agents to learn and adapt over extended periods.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Planning &amp; Task Decomposition 🛠️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Breaks down complex goals into smaller, manageable sub-tasks.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Generates a sequence of steps to achieve the overall objective, often iteratively refining the plan.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Tool-Use &amp; External Interaction: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Enables the agent to call external APIs, search engines, databases, or code interpreters.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Extends the agent's capabilities beyond its inherent LLM knowledge.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Observation &amp; Reflection: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Monitors the environment and the outcomes of its actions.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Evaluates performance, identifies errors, and learns from failures to improve future decision-making.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Agentic AI vs. Gen AI: Key Distinctions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Primary Functionality: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Generative AI: Focuses on creating new content (text, images, audio, code) based on learned patterns.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Agentic AI: Focuses on autonomous goal achievement through reasoning, planning, and tool-use in dynamic environments.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Nature of Output 🎯: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Generative AI: Produces static content or responses to prompts.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Agentic AI: Executes multi-step actions, interacts with systems, and performs tasks that lead to a specific outcome.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Key Capabilities: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Generative AI: Synthesis, imagination, creativity, pattern recognition.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Agentic AI: Planning, self-correction, reasoning, decision-making, external tool integration, memory management.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Autonomy &amp; Goal Orientation: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Generative AI: Typically reactive; generates based on a given prompt or input.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Agentic AI: Proactive and goal-driven; can initiate and manage complex tasks over time.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Interaction with Environment: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Generative AI: Limited direct interaction; primarily an input-output process.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Agentic AI: Actively perceives, interacts with, and modifies its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Real-World Applications of Gen AI &amp;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Generative AI Applications 📝🖼️: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Content Creation: Automated article writing, marketing copy generation, social media content.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Personalized Marketing: Creating tailored advertisements and product recommendations.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Art &amp; Design: Generating unique artworks, fashion designs, and architectural concepts.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Drug Discovery: Synthesizing novel molecules for medical research.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Agentic AI Applications 🚀: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Autonomous Customer Service: Intelligent chatbots that can resolve complex issues by accessing databases and taking actions.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Data Analysis Automation: Agents that can retrieve data, perform analysis, and generate reports on demand.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Software Development: Code generation, debugging, and automated testing by agents that interact with development tools.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Financial Trading: Autonomous trading agents that execute strategies based on market analysis and risk assessment.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Combined Synergies: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An agent could use Gen AI to generate creative solutions or explanations during a task.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 AI can provide synthetic training data for agents to learn from diverse scenarios.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>
                <a:solidFill>
                  <a:srgbClr val="003399"/>
                </a:solidFill>
                <a:latin typeface="Times New Roman"/>
              </a:defRPr>
            </a:pPr>
            <a:r>
              <a:t>Future of Data Science with Gen AI &amp;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Enhanced Automation &amp; Efficiency ⚙️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Automated data cleaning, feature engineering, and model selection, freeing data scientists for higher-level tasks.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Agents will handle repetitive tasks, accelerating the entire data science pipeline.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Hyper-Personalization &amp; Predictive Power: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Gen AI will create more nuanced and context-aware predictions and recommendations.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Agentic AI will enable dynamic adaptation of models and strategies in real-time.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Shift in Data Scientist Role 🧑‍💻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Focus will shift from manual data manipulation to designing, monitoring, and validating AI agents.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Emphasis on ethical considerations, model governance, and strategic problem definition.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New Frontiers of Innovation: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Emergence of self-improving data analysis systems and intelligent decision-making agents.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Revolutionizing scientific discovery, personalized medicine, and complex system optimization.</a:t>
            </a:r>
          </a:p>
          <a:p>
            <a:pPr algn="just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Ethical Considerations &amp; Responsible AI ✔️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Growing importance of addressing bias, transparency, and accountability in AI-driven decisions.</a:t>
            </a:r>
          </a:p>
          <a:p>
            <a:pPr lvl="1" algn="just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Developing robust frameworks for safe and beneficial deployment of autonomous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82828"/>
                </a:solidFill>
                <a:latin typeface="Times New Roman"/>
              </a:defRPr>
            </a:pPr>
            <a:r>
              <a:t>Any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82828"/>
                </a:solidFill>
                <a:latin typeface="Times New Roman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